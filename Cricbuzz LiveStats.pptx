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9" r:id="rId7"/>
    <p:sldId id="26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1599-F407-732E-839B-3D326F009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DBAD1-C27C-DDA1-99E3-DD3F002A4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EAFB8-6C71-81CC-DDCD-65D88D48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86C9-4A45-FD27-620D-D3E9B715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7CDF3-3DC5-7608-A317-E881D1478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7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9C87-1AA3-C647-11A6-B25CC6A4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9A91-86A0-2E71-FEDF-1798B1B1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E31B-3E8C-B5A6-4FC6-F1139F66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6A2F0-C6F0-BF13-A079-8A81D044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52796-6DF1-3FE7-A20C-F107D344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41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7104-DD42-202F-48AD-E720EB78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B3402-DD1C-FE61-01C7-D41F3C1E6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4CDC-928B-4213-C92B-B815CA37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E079-2049-D264-FD95-BEEB1E70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8C881-8C7D-DB57-1F80-6C96D31B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4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1B08-C184-53DC-0C6E-D255902E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18D0-0BF8-EA3B-831B-6420EF838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1A4FA-793F-66C4-FB33-FCEEF664B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66010-9277-EF09-7296-514D53AD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E114A-3F12-8CAD-97C5-39019DBA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DD18E-08A7-20FF-8B47-1F411FCD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3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4A8F-AEB2-BF54-06BE-4A97D8F2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D2DD4-E5A0-CE9F-83F7-6FED338AF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C06AA-00C3-0572-2EBE-1D22110EB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FD65D-23B2-0905-59F2-DA4D5C748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391B6-A879-21A9-5DC5-4D6E22E90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5B90D-7CEF-3444-E324-6918630A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24E92-2E81-0866-EA13-1B50D0BB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6F967-2A42-F93C-CF79-BAD6EDCD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0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B057-5996-E605-CC38-77F2E9E2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BE1E5-E63F-7BC2-C0DB-BA0D1948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FC3BF-8582-A0FE-3130-78CBC7D8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3DC57-4C61-92D2-09EC-0FF4B797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71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B5CE3-941A-56DB-2B03-CA5F711A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E396C-33A4-8301-C648-09FC210F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B91A8-3062-2591-DB2C-56BF8995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55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D772-FD3D-BB88-AE35-F6715404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9BBE-5888-D87D-882C-8FEBBE4E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3F238-F428-259B-C382-429DBA3D9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03E0-E133-22E2-43A8-05EA1297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9B1B5-F78D-C41B-6917-D1CD2B2D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46392-F3E9-9AC2-EF55-2C7C523A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6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7607-A363-9D52-76CB-4EDAA7DE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9EED9-E771-BB51-CE88-CA8500F4B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B616A-0C86-73E9-2214-FBF3EE2B3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ABF38-ED14-E888-7836-D22FF8FD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BC76-D704-417B-6C12-1D10C848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91C9F-3FFA-236E-1B36-D49B5AD7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5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F497-6FCB-A076-4068-A089E434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47D66-DD33-7D5D-F874-779FE0E4A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2AEC-A94B-9803-F15E-20045DDD2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ECE9B-2905-B25C-EDB9-AE026CC2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1CC3-A18E-8B80-74F8-34EE7C93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383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6E0DC-706C-91AC-9608-01339CECB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B0D9B-6E05-E2EC-BAEB-8BB7BE8BB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58F6-3AC8-FA51-28CF-61023964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D81EC-DA5A-A25E-ADAD-E4C375DD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9E481-B1B3-C44C-659C-68347D6F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2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FCD0D-AA72-2659-ED57-8BED73A0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B4426-07AD-4714-8AC4-8B360932F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78B6A-A9CD-2210-A8C2-D733CAC22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F0A4C-AB52-4C39-B540-607D5972C6D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485A7-5E78-5D52-23E0-FE283A01D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3030B-CD72-8783-12C8-BADF43B2B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D2783-CE3D-4453-BF1A-78FE97BBB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7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A3F7-BFA3-6E65-1FC1-893D146B9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Cricbuzz</a:t>
            </a:r>
            <a:r>
              <a:rPr lang="en-US" dirty="0"/>
              <a:t> Live Stats: Real-Time Cricket Insights &amp; SQL-Based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D6F78-BCE8-F7EC-E19C-E6E0C4ED2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Presented By:</a:t>
            </a:r>
          </a:p>
          <a:p>
            <a:r>
              <a:rPr lang="en-US" dirty="0"/>
              <a:t>Dev Prasath RP</a:t>
            </a:r>
          </a:p>
          <a:p>
            <a:r>
              <a:rPr lang="en-IN" dirty="0"/>
              <a:t>DS-S-WD-T-B137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03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A94D-C54A-1A81-E686-7B01DFDC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C2D45-F85C-9BB7-F579-C9AA0A700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US" dirty="0"/>
              <a:t>A real-time cricket analytics dashboard that integrates </a:t>
            </a:r>
            <a:r>
              <a:rPr lang="en-US" dirty="0" err="1"/>
              <a:t>Cricbuzz</a:t>
            </a:r>
            <a:r>
              <a:rPr lang="en-US" dirty="0"/>
              <a:t> API with SQL database operations to provide live match insights, player analytics, and advanced SQL-based cricket analysis.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Technologies Used:</a:t>
            </a:r>
          </a:p>
          <a:p>
            <a:pPr lvl="1"/>
            <a:r>
              <a:rPr lang="en-IN" dirty="0"/>
              <a:t>Python, SQL, </a:t>
            </a:r>
            <a:r>
              <a:rPr lang="en-IN" dirty="0" err="1"/>
              <a:t>Streamlit</a:t>
            </a:r>
            <a:r>
              <a:rPr lang="en-IN" dirty="0"/>
              <a:t>, REST API, Pandas, JSON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98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925E-8854-5DD4-4268-EE5787A5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D6D4-8B52-5771-3E86-111AAE8E3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goal of this project is to build an interactive cricket analytics platform that:</a:t>
            </a:r>
          </a:p>
          <a:p>
            <a:pPr lvl="1"/>
            <a:r>
              <a:rPr lang="en-US" dirty="0"/>
              <a:t>Fetches real-time cricket data using </a:t>
            </a:r>
            <a:r>
              <a:rPr lang="en-US" dirty="0" err="1"/>
              <a:t>Cricbuzz</a:t>
            </a:r>
            <a:r>
              <a:rPr lang="en-US" dirty="0"/>
              <a:t> API </a:t>
            </a:r>
          </a:p>
          <a:p>
            <a:pPr lvl="1"/>
            <a:r>
              <a:rPr lang="en-US" dirty="0"/>
              <a:t>Stores and manages data using a SQL database </a:t>
            </a:r>
          </a:p>
          <a:p>
            <a:pPr lvl="1"/>
            <a:r>
              <a:rPr lang="en-US" dirty="0"/>
              <a:t>Displays live scorecards and player statistics </a:t>
            </a:r>
          </a:p>
          <a:p>
            <a:pPr lvl="1"/>
            <a:r>
              <a:rPr lang="en-US" dirty="0"/>
              <a:t>Provides advanced cricket analytics using SQL queries </a:t>
            </a:r>
          </a:p>
          <a:p>
            <a:pPr lvl="1"/>
            <a:r>
              <a:rPr lang="en-US" dirty="0"/>
              <a:t>Supports CRUD operations for 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3550584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C45049-B206-41AC-8DE5-A4E28461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 and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045D44-8ED6-CC44-0E31-F1D946213A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Step 1 — API Integration</a:t>
            </a:r>
          </a:p>
          <a:p>
            <a:pPr marL="0" indent="0">
              <a:buNone/>
            </a:pPr>
            <a:r>
              <a:rPr lang="en-IN" dirty="0" err="1"/>
              <a:t>Cricbuzz</a:t>
            </a:r>
            <a:r>
              <a:rPr lang="en-IN" dirty="0"/>
              <a:t> API used to fetch: </a:t>
            </a:r>
          </a:p>
          <a:p>
            <a:pPr lvl="1"/>
            <a:r>
              <a:rPr lang="en-IN" dirty="0"/>
              <a:t>Live matches </a:t>
            </a:r>
          </a:p>
          <a:p>
            <a:pPr lvl="1"/>
            <a:r>
              <a:rPr lang="en-IN" dirty="0"/>
              <a:t>Scorecards </a:t>
            </a:r>
          </a:p>
          <a:p>
            <a:pPr lvl="1"/>
            <a:r>
              <a:rPr lang="en-IN" dirty="0"/>
              <a:t>Player statistics </a:t>
            </a:r>
          </a:p>
          <a:p>
            <a:pPr lvl="1"/>
            <a:r>
              <a:rPr lang="en-IN" dirty="0"/>
              <a:t>Series details </a:t>
            </a:r>
          </a:p>
          <a:p>
            <a:pPr marL="0" indent="0">
              <a:buNone/>
            </a:pPr>
            <a:r>
              <a:rPr lang="en-IN" b="1" dirty="0"/>
              <a:t>Step 2 — Data Processing</a:t>
            </a:r>
          </a:p>
          <a:p>
            <a:pPr marL="0" indent="0">
              <a:buNone/>
            </a:pPr>
            <a:r>
              <a:rPr lang="en-IN" dirty="0"/>
              <a:t>Python and Pandas used for: </a:t>
            </a:r>
          </a:p>
          <a:p>
            <a:pPr lvl="1"/>
            <a:r>
              <a:rPr lang="en-IN" dirty="0"/>
              <a:t>Cleaning data </a:t>
            </a:r>
          </a:p>
          <a:p>
            <a:pPr lvl="1"/>
            <a:r>
              <a:rPr lang="en-IN" dirty="0"/>
              <a:t>Transforming JSON responses </a:t>
            </a:r>
          </a:p>
          <a:p>
            <a:pPr lvl="1"/>
            <a:r>
              <a:rPr lang="en-IN" dirty="0"/>
              <a:t>Structuring cricket datasets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10D79-36D9-FC20-8C99-B81E66B162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Step 3 — SQL Database</a:t>
            </a:r>
          </a:p>
          <a:p>
            <a:pPr marL="0" indent="0">
              <a:buNone/>
            </a:pPr>
            <a:r>
              <a:rPr lang="en-IN" dirty="0"/>
              <a:t>Store processed data in: </a:t>
            </a:r>
          </a:p>
          <a:p>
            <a:pPr lvl="1"/>
            <a:r>
              <a:rPr lang="en-IN" dirty="0"/>
              <a:t>MySQL / PostgreSQL / SQLite </a:t>
            </a:r>
          </a:p>
          <a:p>
            <a:pPr marL="0" indent="0">
              <a:buNone/>
            </a:pPr>
            <a:r>
              <a:rPr lang="en-IN" b="1" dirty="0"/>
              <a:t>Step 4 — </a:t>
            </a:r>
            <a:r>
              <a:rPr lang="en-IN" b="1" dirty="0" err="1"/>
              <a:t>Streamlit</a:t>
            </a:r>
            <a:r>
              <a:rPr lang="en-IN" b="1" dirty="0"/>
              <a:t> Dashboard</a:t>
            </a:r>
          </a:p>
          <a:p>
            <a:pPr marL="0" indent="0">
              <a:buNone/>
            </a:pPr>
            <a:r>
              <a:rPr lang="en-IN" dirty="0"/>
              <a:t>Display:</a:t>
            </a:r>
          </a:p>
          <a:p>
            <a:pPr lvl="1"/>
            <a:r>
              <a:rPr lang="en-IN" dirty="0"/>
              <a:t>Live scores </a:t>
            </a:r>
          </a:p>
          <a:p>
            <a:pPr lvl="1"/>
            <a:r>
              <a:rPr lang="en-IN" dirty="0"/>
              <a:t>Player stats </a:t>
            </a:r>
          </a:p>
          <a:p>
            <a:pPr lvl="1"/>
            <a:r>
              <a:rPr lang="en-IN" dirty="0"/>
              <a:t>SQL analytics </a:t>
            </a:r>
          </a:p>
          <a:p>
            <a:pPr lvl="1"/>
            <a:r>
              <a:rPr lang="en-IN" dirty="0"/>
              <a:t>CRUD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25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623554-FCA6-859A-9D7C-C73B1510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BF459-CC96-BE8B-5312-41FBD2724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93639"/>
            <a:ext cx="10515600" cy="1325564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Why These Technologies?</a:t>
            </a:r>
          </a:p>
          <a:p>
            <a:r>
              <a:rPr lang="en-IN" sz="2000" dirty="0" err="1"/>
              <a:t>Streamlit</a:t>
            </a:r>
            <a:r>
              <a:rPr lang="en-IN" sz="2000" dirty="0"/>
              <a:t> provides fast UI development </a:t>
            </a:r>
          </a:p>
          <a:p>
            <a:r>
              <a:rPr lang="en-IN" sz="2000" dirty="0"/>
              <a:t>SQL enables complex analytics </a:t>
            </a:r>
          </a:p>
          <a:p>
            <a:r>
              <a:rPr lang="en-IN" sz="2000" dirty="0"/>
              <a:t>Python simplifies API integration and data processing </a:t>
            </a:r>
          </a:p>
          <a:p>
            <a:endParaRPr lang="en-IN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AB487F-0822-58FD-DFCD-980815BA0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40541"/>
              </p:ext>
            </p:extLst>
          </p:nvPr>
        </p:nvGraphicFramePr>
        <p:xfrm>
          <a:off x="2032000" y="1384685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180909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684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85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29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Streamlit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Interactive Dashboard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85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storage and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5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Fetch live cricket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586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03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Request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API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789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API Response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67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Git And </a:t>
                      </a:r>
                      <a:r>
                        <a:rPr lang="en-IN" dirty="0" err="1"/>
                        <a:t>Github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Version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002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51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CB0784-BD7B-59F6-D090-68FDC76D0C43}"/>
              </a:ext>
            </a:extLst>
          </p:cNvPr>
          <p:cNvSpPr/>
          <p:nvPr/>
        </p:nvSpPr>
        <p:spPr>
          <a:xfrm>
            <a:off x="3442869" y="0"/>
            <a:ext cx="53062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Project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1935C-9E46-A9E4-9829-9B0AE761B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1" t="10150" r="27454" b="10649"/>
          <a:stretch>
            <a:fillRect/>
          </a:stretch>
        </p:blipFill>
        <p:spPr>
          <a:xfrm>
            <a:off x="6749974" y="3516590"/>
            <a:ext cx="1008529" cy="177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B6999-F749-4C4B-0F33-2F5C9223B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867" y="3429000"/>
            <a:ext cx="2028825" cy="2257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4AA7D4-2A3E-BF7A-A88C-9CF5E0B91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54" b="38817"/>
          <a:stretch>
            <a:fillRect/>
          </a:stretch>
        </p:blipFill>
        <p:spPr>
          <a:xfrm>
            <a:off x="693102" y="1314490"/>
            <a:ext cx="2143125" cy="497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3DC7E2-2D20-3AAB-BDBF-7D836A37D2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879" y="993180"/>
            <a:ext cx="2800350" cy="16383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DF3325-5B90-E638-642D-AA4A52D31CBA}"/>
              </a:ext>
            </a:extLst>
          </p:cNvPr>
          <p:cNvCxnSpPr>
            <a:stCxn id="9" idx="2"/>
          </p:cNvCxnSpPr>
          <p:nvPr/>
        </p:nvCxnSpPr>
        <p:spPr>
          <a:xfrm flipH="1">
            <a:off x="1764664" y="1812330"/>
            <a:ext cx="1" cy="29222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51119C-91BC-2791-539C-1F8840293725}"/>
              </a:ext>
            </a:extLst>
          </p:cNvPr>
          <p:cNvCxnSpPr/>
          <p:nvPr/>
        </p:nvCxnSpPr>
        <p:spPr>
          <a:xfrm>
            <a:off x="1764664" y="4734560"/>
            <a:ext cx="8582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222114-DDD4-38F1-2008-ACAFAEF2728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758503" y="4405590"/>
            <a:ext cx="26758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6C94A5-F70D-A633-EFDA-0866AE71890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836227" y="1563410"/>
            <a:ext cx="64466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835520-2D6B-52BC-5E35-104C29D985D2}"/>
              </a:ext>
            </a:extLst>
          </p:cNvPr>
          <p:cNvCxnSpPr>
            <a:stCxn id="7" idx="3"/>
          </p:cNvCxnSpPr>
          <p:nvPr/>
        </p:nvCxnSpPr>
        <p:spPr>
          <a:xfrm flipV="1">
            <a:off x="4651692" y="4551680"/>
            <a:ext cx="1972628" cy="6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60AE26-CDCE-2493-79B6-F8A77D613CB3}"/>
              </a:ext>
            </a:extLst>
          </p:cNvPr>
          <p:cNvCxnSpPr/>
          <p:nvPr/>
        </p:nvCxnSpPr>
        <p:spPr>
          <a:xfrm flipV="1">
            <a:off x="10434320" y="2438400"/>
            <a:ext cx="0" cy="19608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C632B9E-3B8C-5FCD-68BA-10E2BDA19160}"/>
              </a:ext>
            </a:extLst>
          </p:cNvPr>
          <p:cNvSpPr txBox="1"/>
          <p:nvPr/>
        </p:nvSpPr>
        <p:spPr>
          <a:xfrm>
            <a:off x="6749974" y="5369757"/>
            <a:ext cx="162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Database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5206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99B5-B342-FD7A-7028-EAAAEFC0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20" y="-185537"/>
            <a:ext cx="10515600" cy="1325563"/>
          </a:xfrm>
        </p:spPr>
        <p:txBody>
          <a:bodyPr/>
          <a:lstStyle/>
          <a:p>
            <a:r>
              <a:rPr lang="en-IN" b="1" dirty="0"/>
              <a:t>Database ER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E2895-5616-1C47-46B6-FC2671002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586"/>
            <a:ext cx="12192000" cy="443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01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21F3-FB8B-D3A9-E564-7CFCC4D0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A244-EBD8-7AE5-3770-6BD36386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20" y="-185537"/>
            <a:ext cx="10515600" cy="1325563"/>
          </a:xfrm>
        </p:spPr>
        <p:txBody>
          <a:bodyPr/>
          <a:lstStyle/>
          <a:p>
            <a:r>
              <a:rPr lang="en-IN" b="1" dirty="0"/>
              <a:t>Database ER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900E8-CF8E-9E51-EEC5-9575094DC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857250"/>
            <a:ext cx="116205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2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749D56-AAAB-A396-A1F5-943D82B1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2C886-5D06-2877-6A5E-69941DC620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1️⃣ Home Page</a:t>
            </a:r>
          </a:p>
          <a:p>
            <a:pPr lvl="1"/>
            <a:r>
              <a:rPr lang="en-US" dirty="0"/>
              <a:t>Project overview </a:t>
            </a:r>
          </a:p>
          <a:p>
            <a:pPr lvl="1"/>
            <a:r>
              <a:rPr lang="en-US" dirty="0"/>
              <a:t>Navigation system </a:t>
            </a:r>
          </a:p>
          <a:p>
            <a:pPr lvl="1"/>
            <a:r>
              <a:rPr lang="en-US" dirty="0"/>
              <a:t>Instructions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2️⃣ Live Match Page</a:t>
            </a:r>
          </a:p>
          <a:p>
            <a:pPr marL="0" indent="0">
              <a:buNone/>
            </a:pPr>
            <a:r>
              <a:rPr lang="en-US" dirty="0"/>
              <a:t>Displays:</a:t>
            </a:r>
          </a:p>
          <a:p>
            <a:pPr lvl="1"/>
            <a:r>
              <a:rPr lang="en-US" dirty="0"/>
              <a:t>Live score </a:t>
            </a:r>
          </a:p>
          <a:p>
            <a:pPr lvl="1"/>
            <a:r>
              <a:rPr lang="en-US" dirty="0"/>
              <a:t>Match status </a:t>
            </a:r>
          </a:p>
          <a:p>
            <a:pPr lvl="1"/>
            <a:r>
              <a:rPr lang="en-US" dirty="0"/>
              <a:t>Batting &amp; bowling stats </a:t>
            </a:r>
          </a:p>
          <a:p>
            <a:pPr lvl="1"/>
            <a:r>
              <a:rPr lang="en-US" dirty="0"/>
              <a:t>Venue details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290FF1-67C5-CB94-65D4-B6C6DC2258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3️⃣ Player Statistics Page</a:t>
            </a:r>
          </a:p>
          <a:p>
            <a:pPr marL="0" indent="0">
              <a:buNone/>
            </a:pPr>
            <a:r>
              <a:rPr lang="en-IN" dirty="0"/>
              <a:t>Shows:</a:t>
            </a:r>
          </a:p>
          <a:p>
            <a:pPr lvl="1"/>
            <a:r>
              <a:rPr lang="en-IN" dirty="0"/>
              <a:t>Top batsmen </a:t>
            </a:r>
          </a:p>
          <a:p>
            <a:pPr lvl="1"/>
            <a:r>
              <a:rPr lang="en-IN" dirty="0"/>
              <a:t>Top bowlers </a:t>
            </a:r>
          </a:p>
          <a:p>
            <a:pPr lvl="1"/>
            <a:r>
              <a:rPr lang="en-IN" dirty="0"/>
              <a:t>Highest scores </a:t>
            </a:r>
          </a:p>
          <a:p>
            <a:pPr lvl="1"/>
            <a:r>
              <a:rPr lang="en-IN" dirty="0"/>
              <a:t>Most wickets </a:t>
            </a:r>
          </a:p>
          <a:p>
            <a:pPr marL="0" indent="0">
              <a:buNone/>
            </a:pPr>
            <a:r>
              <a:rPr lang="en-IN" b="1" dirty="0"/>
              <a:t>4️⃣ SQL Analytics Page</a:t>
            </a:r>
          </a:p>
          <a:p>
            <a:pPr lvl="1"/>
            <a:r>
              <a:rPr lang="en-IN" dirty="0"/>
              <a:t>25 advanced SQL queries </a:t>
            </a:r>
          </a:p>
          <a:p>
            <a:pPr lvl="1"/>
            <a:r>
              <a:rPr lang="en-IN" dirty="0"/>
              <a:t>Real-time analytical outputs </a:t>
            </a:r>
          </a:p>
          <a:p>
            <a:pPr lvl="1"/>
            <a:r>
              <a:rPr lang="en-IN" dirty="0"/>
              <a:t>Interactive tables </a:t>
            </a:r>
          </a:p>
          <a:p>
            <a:pPr marL="0" indent="0">
              <a:buNone/>
            </a:pPr>
            <a:r>
              <a:rPr lang="en-IN" b="1" dirty="0"/>
              <a:t>5️⃣ CRUD Operations Page</a:t>
            </a:r>
          </a:p>
          <a:p>
            <a:pPr lvl="1"/>
            <a:r>
              <a:rPr lang="en-IN" dirty="0"/>
              <a:t>Add/Edit/Delete records </a:t>
            </a:r>
          </a:p>
          <a:p>
            <a:pPr lvl="1"/>
            <a:r>
              <a:rPr lang="en-IN" dirty="0"/>
              <a:t>Database interaction using 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5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CFA98-DA79-4AF8-41CC-4F25947C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0" b="6074"/>
          <a:stretch>
            <a:fillRect/>
          </a:stretch>
        </p:blipFill>
        <p:spPr>
          <a:xfrm>
            <a:off x="1041400" y="1032277"/>
            <a:ext cx="10109200" cy="479344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01C37B-A0C0-E39E-CC57-11DA16B7C849}"/>
              </a:ext>
            </a:extLst>
          </p:cNvPr>
          <p:cNvSpPr/>
          <p:nvPr/>
        </p:nvSpPr>
        <p:spPr>
          <a:xfrm>
            <a:off x="4270212" y="108947"/>
            <a:ext cx="3448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716778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4CBE-8935-D798-C44E-1A593911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146B5-B5DE-0D7F-4D99-1573F4676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0" b="5778"/>
          <a:stretch>
            <a:fillRect/>
          </a:stretch>
        </p:blipFill>
        <p:spPr>
          <a:xfrm>
            <a:off x="822053" y="919480"/>
            <a:ext cx="10547893" cy="50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99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4766-FCA0-C765-B490-1F009B5A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79555-0B0D-628E-10A1-ADE5703A5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4" b="6074"/>
          <a:stretch>
            <a:fillRect/>
          </a:stretch>
        </p:blipFill>
        <p:spPr>
          <a:xfrm>
            <a:off x="770078" y="916940"/>
            <a:ext cx="10651844" cy="50241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03360E-985C-ED02-FF57-F90B49B707F1}"/>
              </a:ext>
            </a:extLst>
          </p:cNvPr>
          <p:cNvSpPr/>
          <p:nvPr/>
        </p:nvSpPr>
        <p:spPr>
          <a:xfrm>
            <a:off x="2646530" y="0"/>
            <a:ext cx="68989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Live Matches Scorecard</a:t>
            </a:r>
          </a:p>
        </p:txBody>
      </p:sp>
    </p:spTree>
    <p:extLst>
      <p:ext uri="{BB962C8B-B14F-4D97-AF65-F5344CB8AC3E}">
        <p14:creationId xmlns:p14="http://schemas.microsoft.com/office/powerpoint/2010/main" val="277076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5707-5A25-F81E-8F73-3EEC7123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1356C-F43C-955C-F5F6-B0896282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0" t="9777" r="1000" b="6963"/>
          <a:stretch>
            <a:fillRect/>
          </a:stretch>
        </p:blipFill>
        <p:spPr>
          <a:xfrm>
            <a:off x="472440" y="1089939"/>
            <a:ext cx="11247120" cy="52674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EE6100-81D1-9057-31B4-2A5DCAEEBD7D}"/>
              </a:ext>
            </a:extLst>
          </p:cNvPr>
          <p:cNvSpPr/>
          <p:nvPr/>
        </p:nvSpPr>
        <p:spPr>
          <a:xfrm>
            <a:off x="3566236" y="166609"/>
            <a:ext cx="50595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Player Stats Page</a:t>
            </a:r>
          </a:p>
        </p:txBody>
      </p:sp>
    </p:spTree>
    <p:extLst>
      <p:ext uri="{BB962C8B-B14F-4D97-AF65-F5344CB8AC3E}">
        <p14:creationId xmlns:p14="http://schemas.microsoft.com/office/powerpoint/2010/main" val="1837561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3E762-4184-C88C-4183-E184D55B3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8" b="6666"/>
          <a:stretch>
            <a:fillRect/>
          </a:stretch>
        </p:blipFill>
        <p:spPr>
          <a:xfrm>
            <a:off x="746760" y="914857"/>
            <a:ext cx="10698480" cy="50282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2B5EDA-FE5A-4548-FF2F-35153B807E7D}"/>
              </a:ext>
            </a:extLst>
          </p:cNvPr>
          <p:cNvSpPr/>
          <p:nvPr/>
        </p:nvSpPr>
        <p:spPr>
          <a:xfrm>
            <a:off x="2331511" y="0"/>
            <a:ext cx="73257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SQL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297675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293E59-7329-3555-F29B-050533F6F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1" b="5926"/>
          <a:stretch>
            <a:fillRect/>
          </a:stretch>
        </p:blipFill>
        <p:spPr>
          <a:xfrm>
            <a:off x="624839" y="825639"/>
            <a:ext cx="10942320" cy="52067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0FA5C8-B2D1-DB9F-9B52-637A6B93D532}"/>
              </a:ext>
            </a:extLst>
          </p:cNvPr>
          <p:cNvSpPr/>
          <p:nvPr/>
        </p:nvSpPr>
        <p:spPr>
          <a:xfrm>
            <a:off x="2865788" y="0"/>
            <a:ext cx="64604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CRUD Operation Page</a:t>
            </a:r>
          </a:p>
        </p:txBody>
      </p:sp>
    </p:spTree>
    <p:extLst>
      <p:ext uri="{BB962C8B-B14F-4D97-AF65-F5344CB8AC3E}">
        <p14:creationId xmlns:p14="http://schemas.microsoft.com/office/powerpoint/2010/main" val="291943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333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Cricbuzz Live Stats: Real-Time Cricket Insights &amp; SQL-Based Analytics</vt:lpstr>
      <vt:lpstr>Introduction</vt:lpstr>
      <vt:lpstr>Objective of the Project</vt:lpstr>
      <vt:lpstr>System Architecture and Workflow</vt:lpstr>
      <vt:lpstr>Tech stack</vt:lpstr>
      <vt:lpstr>PowerPoint Presentation</vt:lpstr>
      <vt:lpstr>Database ER Diagram</vt:lpstr>
      <vt:lpstr>Database ER Diagram</vt:lpstr>
      <vt:lpstr>Dashboard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Prasath</dc:creator>
  <cp:lastModifiedBy>Dev Prasath</cp:lastModifiedBy>
  <cp:revision>5</cp:revision>
  <dcterms:created xsi:type="dcterms:W3CDTF">2026-05-08T14:05:49Z</dcterms:created>
  <dcterms:modified xsi:type="dcterms:W3CDTF">2026-05-13T03:42:59Z</dcterms:modified>
</cp:coreProperties>
</file>